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9" r:id="rId6"/>
    <p:sldId id="258" r:id="rId7"/>
    <p:sldId id="257" r:id="rId8"/>
    <p:sldId id="259" r:id="rId9"/>
    <p:sldId id="260" r:id="rId10"/>
    <p:sldId id="261" r:id="rId11"/>
    <p:sldId id="262" r:id="rId12"/>
    <p:sldId id="264" r:id="rId13"/>
    <p:sldId id="265" r:id="rId14"/>
    <p:sldId id="266" r:id="rId15"/>
    <p:sldId id="267" r:id="rId16"/>
    <p:sldId id="268" r:id="rId17"/>
    <p:sldId id="263" r:id="rId1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898A53-9026-4123-BB0C-B947F33F20EF}" v="1580" dt="2026-03-17T17:43:40.1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átay Csaba" userId="c1b44ac3-f680-42e2-ada3-deadc85b8a8c" providerId="ADAL" clId="{8F898A53-9026-4123-BB0C-B947F33F20EF}"/>
    <pc:docChg chg="undo redo custSel addSld modSld sldOrd">
      <pc:chgData name="Kátay Csaba" userId="c1b44ac3-f680-42e2-ada3-deadc85b8a8c" providerId="ADAL" clId="{8F898A53-9026-4123-BB0C-B947F33F20EF}" dt="2026-03-17T17:43:40.173" v="1549" actId="27636"/>
      <pc:docMkLst>
        <pc:docMk/>
      </pc:docMkLst>
      <pc:sldChg chg="modSp">
        <pc:chgData name="Kátay Csaba" userId="c1b44ac3-f680-42e2-ada3-deadc85b8a8c" providerId="ADAL" clId="{8F898A53-9026-4123-BB0C-B947F33F20EF}" dt="2026-03-14T07:58:45.257" v="39" actId="20577"/>
        <pc:sldMkLst>
          <pc:docMk/>
          <pc:sldMk cId="1007549525" sldId="256"/>
        </pc:sldMkLst>
        <pc:spChg chg="mod">
          <ac:chgData name="Kátay Csaba" userId="c1b44ac3-f680-42e2-ada3-deadc85b8a8c" providerId="ADAL" clId="{8F898A53-9026-4123-BB0C-B947F33F20EF}" dt="2026-03-14T07:58:45.257" v="39" actId="20577"/>
          <ac:spMkLst>
            <pc:docMk/>
            <pc:sldMk cId="1007549525" sldId="256"/>
            <ac:spMk id="2" creationId="{6EA8477A-9925-4CA4-8AFF-9B04958AC13B}"/>
          </ac:spMkLst>
        </pc:spChg>
      </pc:sldChg>
      <pc:sldChg chg="modSp add">
        <pc:chgData name="Kátay Csaba" userId="c1b44ac3-f680-42e2-ada3-deadc85b8a8c" providerId="ADAL" clId="{8F898A53-9026-4123-BB0C-B947F33F20EF}" dt="2026-03-17T17:43:40.173" v="1549" actId="27636"/>
        <pc:sldMkLst>
          <pc:docMk/>
          <pc:sldMk cId="4191278698" sldId="257"/>
        </pc:sldMkLst>
        <pc:spChg chg="mod">
          <ac:chgData name="Kátay Csaba" userId="c1b44ac3-f680-42e2-ada3-deadc85b8a8c" providerId="ADAL" clId="{8F898A53-9026-4123-BB0C-B947F33F20EF}" dt="2026-03-14T07:59:38.630" v="129" actId="20577"/>
          <ac:spMkLst>
            <pc:docMk/>
            <pc:sldMk cId="4191278698" sldId="257"/>
            <ac:spMk id="2" creationId="{7CEF598B-795A-4609-A77F-931C90364ACD}"/>
          </ac:spMkLst>
        </pc:spChg>
        <pc:spChg chg="mod">
          <ac:chgData name="Kátay Csaba" userId="c1b44ac3-f680-42e2-ada3-deadc85b8a8c" providerId="ADAL" clId="{8F898A53-9026-4123-BB0C-B947F33F20EF}" dt="2026-03-17T17:43:40.173" v="1549" actId="27636"/>
          <ac:spMkLst>
            <pc:docMk/>
            <pc:sldMk cId="4191278698" sldId="257"/>
            <ac:spMk id="3" creationId="{A61D7CE2-8782-4870-A3AF-D040B87EC45E}"/>
          </ac:spMkLst>
        </pc:spChg>
      </pc:sldChg>
      <pc:sldChg chg="modSp add ord">
        <pc:chgData name="Kátay Csaba" userId="c1b44ac3-f680-42e2-ada3-deadc85b8a8c" providerId="ADAL" clId="{8F898A53-9026-4123-BB0C-B947F33F20EF}" dt="2026-03-17T17:39:55.740" v="1543" actId="20577"/>
        <pc:sldMkLst>
          <pc:docMk/>
          <pc:sldMk cId="2724950104" sldId="258"/>
        </pc:sldMkLst>
        <pc:spChg chg="mod">
          <ac:chgData name="Kátay Csaba" userId="c1b44ac3-f680-42e2-ada3-deadc85b8a8c" providerId="ADAL" clId="{8F898A53-9026-4123-BB0C-B947F33F20EF}" dt="2026-03-14T10:43:53.566" v="294" actId="20577"/>
          <ac:spMkLst>
            <pc:docMk/>
            <pc:sldMk cId="2724950104" sldId="258"/>
            <ac:spMk id="2" creationId="{C38C3098-33F0-4D09-A32D-11E44D9CB7D1}"/>
          </ac:spMkLst>
        </pc:spChg>
        <pc:spChg chg="mod">
          <ac:chgData name="Kátay Csaba" userId="c1b44ac3-f680-42e2-ada3-deadc85b8a8c" providerId="ADAL" clId="{8F898A53-9026-4123-BB0C-B947F33F20EF}" dt="2026-03-17T17:39:55.740" v="1543" actId="20577"/>
          <ac:spMkLst>
            <pc:docMk/>
            <pc:sldMk cId="2724950104" sldId="258"/>
            <ac:spMk id="3" creationId="{CA6B39F8-F5B7-46EF-8ED4-5E01154B58F3}"/>
          </ac:spMkLst>
        </pc:spChg>
      </pc:sldChg>
      <pc:sldChg chg="addSp modSp add">
        <pc:chgData name="Kátay Csaba" userId="c1b44ac3-f680-42e2-ada3-deadc85b8a8c" providerId="ADAL" clId="{8F898A53-9026-4123-BB0C-B947F33F20EF}" dt="2026-03-17T16:44:58.545" v="998" actId="20577"/>
        <pc:sldMkLst>
          <pc:docMk/>
          <pc:sldMk cId="1220410819" sldId="259"/>
        </pc:sldMkLst>
        <pc:spChg chg="mod">
          <ac:chgData name="Kátay Csaba" userId="c1b44ac3-f680-42e2-ada3-deadc85b8a8c" providerId="ADAL" clId="{8F898A53-9026-4123-BB0C-B947F33F20EF}" dt="2026-03-14T10:49:03.917" v="313"/>
          <ac:spMkLst>
            <pc:docMk/>
            <pc:sldMk cId="1220410819" sldId="259"/>
            <ac:spMk id="2" creationId="{BAF1D5F0-9AB5-4194-B86A-9A1866FB2CA1}"/>
          </ac:spMkLst>
        </pc:spChg>
        <pc:spChg chg="mod">
          <ac:chgData name="Kátay Csaba" userId="c1b44ac3-f680-42e2-ada3-deadc85b8a8c" providerId="ADAL" clId="{8F898A53-9026-4123-BB0C-B947F33F20EF}" dt="2026-03-17T16:44:58.545" v="998" actId="20577"/>
          <ac:spMkLst>
            <pc:docMk/>
            <pc:sldMk cId="1220410819" sldId="259"/>
            <ac:spMk id="3" creationId="{196F470C-94CC-498D-9D1A-FDF639A5A3EE}"/>
          </ac:spMkLst>
        </pc:spChg>
        <pc:picChg chg="add mod">
          <ac:chgData name="Kátay Csaba" userId="c1b44ac3-f680-42e2-ada3-deadc85b8a8c" providerId="ADAL" clId="{8F898A53-9026-4123-BB0C-B947F33F20EF}" dt="2026-03-17T16:34:38.577" v="635" actId="14100"/>
          <ac:picMkLst>
            <pc:docMk/>
            <pc:sldMk cId="1220410819" sldId="259"/>
            <ac:picMk id="4" creationId="{4E40852F-3CAA-4F9D-9260-B5599DFBA581}"/>
          </ac:picMkLst>
        </pc:picChg>
        <pc:picChg chg="add mod">
          <ac:chgData name="Kátay Csaba" userId="c1b44ac3-f680-42e2-ada3-deadc85b8a8c" providerId="ADAL" clId="{8F898A53-9026-4123-BB0C-B947F33F20EF}" dt="2026-03-17T16:38:37.514" v="861" actId="1076"/>
          <ac:picMkLst>
            <pc:docMk/>
            <pc:sldMk cId="1220410819" sldId="259"/>
            <ac:picMk id="5" creationId="{41511FF2-FAD1-41D6-8C33-052A9BEF0EBC}"/>
          </ac:picMkLst>
        </pc:picChg>
      </pc:sldChg>
      <pc:sldChg chg="addSp delSp modSp add">
        <pc:chgData name="Kátay Csaba" userId="c1b44ac3-f680-42e2-ada3-deadc85b8a8c" providerId="ADAL" clId="{8F898A53-9026-4123-BB0C-B947F33F20EF}" dt="2026-03-17T16:45:50.110" v="1005" actId="1076"/>
        <pc:sldMkLst>
          <pc:docMk/>
          <pc:sldMk cId="3800026931" sldId="260"/>
        </pc:sldMkLst>
        <pc:spChg chg="mod">
          <ac:chgData name="Kátay Csaba" userId="c1b44ac3-f680-42e2-ada3-deadc85b8a8c" providerId="ADAL" clId="{8F898A53-9026-4123-BB0C-B947F33F20EF}" dt="2026-03-14T10:56:54.199" v="338"/>
          <ac:spMkLst>
            <pc:docMk/>
            <pc:sldMk cId="3800026931" sldId="260"/>
            <ac:spMk id="2" creationId="{1DF7596C-66B4-47F6-986B-F1D529E9E9E8}"/>
          </ac:spMkLst>
        </pc:spChg>
        <pc:spChg chg="mod">
          <ac:chgData name="Kátay Csaba" userId="c1b44ac3-f680-42e2-ada3-deadc85b8a8c" providerId="ADAL" clId="{8F898A53-9026-4123-BB0C-B947F33F20EF}" dt="2026-03-17T16:45:08.366" v="1000" actId="27636"/>
          <ac:spMkLst>
            <pc:docMk/>
            <pc:sldMk cId="3800026931" sldId="260"/>
            <ac:spMk id="3" creationId="{93604F5E-20ED-4462-9D32-DFE802E86499}"/>
          </ac:spMkLst>
        </pc:spChg>
        <pc:spChg chg="add del">
          <ac:chgData name="Kátay Csaba" userId="c1b44ac3-f680-42e2-ada3-deadc85b8a8c" providerId="ADAL" clId="{8F898A53-9026-4123-BB0C-B947F33F20EF}" dt="2026-03-14T10:56:52.598" v="337"/>
          <ac:spMkLst>
            <pc:docMk/>
            <pc:sldMk cId="3800026931" sldId="260"/>
            <ac:spMk id="4" creationId="{14E8B4B3-C08A-4966-97CB-7236619813C5}"/>
          </ac:spMkLst>
        </pc:spChg>
        <pc:picChg chg="add mod">
          <ac:chgData name="Kátay Csaba" userId="c1b44ac3-f680-42e2-ada3-deadc85b8a8c" providerId="ADAL" clId="{8F898A53-9026-4123-BB0C-B947F33F20EF}" dt="2026-03-17T16:42:12.322" v="983" actId="1076"/>
          <ac:picMkLst>
            <pc:docMk/>
            <pc:sldMk cId="3800026931" sldId="260"/>
            <ac:picMk id="4" creationId="{558AE654-132D-4A99-9B50-9FAB98A16C85}"/>
          </ac:picMkLst>
        </pc:picChg>
        <pc:picChg chg="add mod">
          <ac:chgData name="Kátay Csaba" userId="c1b44ac3-f680-42e2-ada3-deadc85b8a8c" providerId="ADAL" clId="{8F898A53-9026-4123-BB0C-B947F33F20EF}" dt="2026-03-17T16:45:50.110" v="1005" actId="1076"/>
          <ac:picMkLst>
            <pc:docMk/>
            <pc:sldMk cId="3800026931" sldId="260"/>
            <ac:picMk id="5" creationId="{8036F458-2BB3-4D13-B746-4378EB14323C}"/>
          </ac:picMkLst>
        </pc:picChg>
      </pc:sldChg>
      <pc:sldChg chg="addSp modSp add">
        <pc:chgData name="Kátay Csaba" userId="c1b44ac3-f680-42e2-ada3-deadc85b8a8c" providerId="ADAL" clId="{8F898A53-9026-4123-BB0C-B947F33F20EF}" dt="2026-03-17T17:09:44.601" v="1096" actId="1076"/>
        <pc:sldMkLst>
          <pc:docMk/>
          <pc:sldMk cId="3931120650" sldId="261"/>
        </pc:sldMkLst>
        <pc:spChg chg="mod">
          <ac:chgData name="Kátay Csaba" userId="c1b44ac3-f680-42e2-ada3-deadc85b8a8c" providerId="ADAL" clId="{8F898A53-9026-4123-BB0C-B947F33F20EF}" dt="2026-03-14T10:57:59.902" v="374"/>
          <ac:spMkLst>
            <pc:docMk/>
            <pc:sldMk cId="3931120650" sldId="261"/>
            <ac:spMk id="2" creationId="{2E6F4E52-7406-4617-9224-541495C934E3}"/>
          </ac:spMkLst>
        </pc:spChg>
        <pc:spChg chg="mod">
          <ac:chgData name="Kátay Csaba" userId="c1b44ac3-f680-42e2-ada3-deadc85b8a8c" providerId="ADAL" clId="{8F898A53-9026-4123-BB0C-B947F33F20EF}" dt="2026-03-17T17:09:19.453" v="1090" actId="6549"/>
          <ac:spMkLst>
            <pc:docMk/>
            <pc:sldMk cId="3931120650" sldId="261"/>
            <ac:spMk id="3" creationId="{BBC252C1-B739-46EB-85E0-5DE8CD63E3D7}"/>
          </ac:spMkLst>
        </pc:spChg>
        <pc:picChg chg="add mod">
          <ac:chgData name="Kátay Csaba" userId="c1b44ac3-f680-42e2-ada3-deadc85b8a8c" providerId="ADAL" clId="{8F898A53-9026-4123-BB0C-B947F33F20EF}" dt="2026-03-17T17:02:29.570" v="1016" actId="14100"/>
          <ac:picMkLst>
            <pc:docMk/>
            <pc:sldMk cId="3931120650" sldId="261"/>
            <ac:picMk id="4" creationId="{AB6239C9-D76E-4FDD-B6E3-1F418349D2A6}"/>
          </ac:picMkLst>
        </pc:picChg>
        <pc:picChg chg="add mod">
          <ac:chgData name="Kátay Csaba" userId="c1b44ac3-f680-42e2-ada3-deadc85b8a8c" providerId="ADAL" clId="{8F898A53-9026-4123-BB0C-B947F33F20EF}" dt="2026-03-17T17:09:23.979" v="1092" actId="1076"/>
          <ac:picMkLst>
            <pc:docMk/>
            <pc:sldMk cId="3931120650" sldId="261"/>
            <ac:picMk id="5" creationId="{1EAAC51D-51F8-4970-8D18-2C29AA9216BA}"/>
          </ac:picMkLst>
        </pc:picChg>
        <pc:picChg chg="add mod">
          <ac:chgData name="Kátay Csaba" userId="c1b44ac3-f680-42e2-ada3-deadc85b8a8c" providerId="ADAL" clId="{8F898A53-9026-4123-BB0C-B947F33F20EF}" dt="2026-03-17T17:09:44.601" v="1096" actId="1076"/>
          <ac:picMkLst>
            <pc:docMk/>
            <pc:sldMk cId="3931120650" sldId="261"/>
            <ac:picMk id="6" creationId="{99A453DD-3D2D-422E-BBD7-3028DDBA8766}"/>
          </ac:picMkLst>
        </pc:picChg>
      </pc:sldChg>
      <pc:sldChg chg="addSp modSp add">
        <pc:chgData name="Kátay Csaba" userId="c1b44ac3-f680-42e2-ada3-deadc85b8a8c" providerId="ADAL" clId="{8F898A53-9026-4123-BB0C-B947F33F20EF}" dt="2026-03-17T17:16:22.536" v="1170" actId="20577"/>
        <pc:sldMkLst>
          <pc:docMk/>
          <pc:sldMk cId="2993415047" sldId="262"/>
        </pc:sldMkLst>
        <pc:spChg chg="mod">
          <ac:chgData name="Kátay Csaba" userId="c1b44ac3-f680-42e2-ada3-deadc85b8a8c" providerId="ADAL" clId="{8F898A53-9026-4123-BB0C-B947F33F20EF}" dt="2026-03-14T10:59:57.884" v="392"/>
          <ac:spMkLst>
            <pc:docMk/>
            <pc:sldMk cId="2993415047" sldId="262"/>
            <ac:spMk id="2" creationId="{271052CD-480C-45D7-AB05-0B84425D4781}"/>
          </ac:spMkLst>
        </pc:spChg>
        <pc:spChg chg="mod">
          <ac:chgData name="Kátay Csaba" userId="c1b44ac3-f680-42e2-ada3-deadc85b8a8c" providerId="ADAL" clId="{8F898A53-9026-4123-BB0C-B947F33F20EF}" dt="2026-03-17T17:16:22.536" v="1170" actId="20577"/>
          <ac:spMkLst>
            <pc:docMk/>
            <pc:sldMk cId="2993415047" sldId="262"/>
            <ac:spMk id="3" creationId="{7373971C-FD3E-4864-9964-350FCA495E6C}"/>
          </ac:spMkLst>
        </pc:spChg>
        <pc:picChg chg="add mod">
          <ac:chgData name="Kátay Csaba" userId="c1b44ac3-f680-42e2-ada3-deadc85b8a8c" providerId="ADAL" clId="{8F898A53-9026-4123-BB0C-B947F33F20EF}" dt="2026-03-17T17:14:55.798" v="1117" actId="14100"/>
          <ac:picMkLst>
            <pc:docMk/>
            <pc:sldMk cId="2993415047" sldId="262"/>
            <ac:picMk id="4" creationId="{31E458E7-11B4-4DD3-8B3A-98439C4232CD}"/>
          </ac:picMkLst>
        </pc:picChg>
        <pc:picChg chg="add mod">
          <ac:chgData name="Kátay Csaba" userId="c1b44ac3-f680-42e2-ada3-deadc85b8a8c" providerId="ADAL" clId="{8F898A53-9026-4123-BB0C-B947F33F20EF}" dt="2026-03-17T17:15:12.118" v="1121" actId="1076"/>
          <ac:picMkLst>
            <pc:docMk/>
            <pc:sldMk cId="2993415047" sldId="262"/>
            <ac:picMk id="5" creationId="{BD2DD0C1-4F8B-4756-BD2E-BF4144F63553}"/>
          </ac:picMkLst>
        </pc:picChg>
      </pc:sldChg>
      <pc:sldChg chg="addSp modSp add">
        <pc:chgData name="Kátay Csaba" userId="c1b44ac3-f680-42e2-ada3-deadc85b8a8c" providerId="ADAL" clId="{8F898A53-9026-4123-BB0C-B947F33F20EF}" dt="2026-03-17T17:37:13.714" v="1459" actId="14100"/>
        <pc:sldMkLst>
          <pc:docMk/>
          <pc:sldMk cId="587340237" sldId="263"/>
        </pc:sldMkLst>
        <pc:spChg chg="mod">
          <ac:chgData name="Kátay Csaba" userId="c1b44ac3-f680-42e2-ada3-deadc85b8a8c" providerId="ADAL" clId="{8F898A53-9026-4123-BB0C-B947F33F20EF}" dt="2026-03-14T11:00:37.001" v="403"/>
          <ac:spMkLst>
            <pc:docMk/>
            <pc:sldMk cId="587340237" sldId="263"/>
            <ac:spMk id="2" creationId="{3817DFC1-B0D3-4ED2-82EB-34ED8B961802}"/>
          </ac:spMkLst>
        </pc:spChg>
        <pc:spChg chg="mod">
          <ac:chgData name="Kátay Csaba" userId="c1b44ac3-f680-42e2-ada3-deadc85b8a8c" providerId="ADAL" clId="{8F898A53-9026-4123-BB0C-B947F33F20EF}" dt="2026-03-17T17:37:08.331" v="1456" actId="20577"/>
          <ac:spMkLst>
            <pc:docMk/>
            <pc:sldMk cId="587340237" sldId="263"/>
            <ac:spMk id="3" creationId="{75F4281F-452E-472C-91AE-6BF799ED4227}"/>
          </ac:spMkLst>
        </pc:spChg>
        <pc:picChg chg="add mod">
          <ac:chgData name="Kátay Csaba" userId="c1b44ac3-f680-42e2-ada3-deadc85b8a8c" providerId="ADAL" clId="{8F898A53-9026-4123-BB0C-B947F33F20EF}" dt="2026-03-17T17:37:13.714" v="1459" actId="14100"/>
          <ac:picMkLst>
            <pc:docMk/>
            <pc:sldMk cId="587340237" sldId="263"/>
            <ac:picMk id="4" creationId="{7EB39725-B352-4B63-8C21-1455BBFCD86A}"/>
          </ac:picMkLst>
        </pc:picChg>
      </pc:sldChg>
      <pc:sldChg chg="addSp modSp add ord">
        <pc:chgData name="Kátay Csaba" userId="c1b44ac3-f680-42e2-ada3-deadc85b8a8c" providerId="ADAL" clId="{8F898A53-9026-4123-BB0C-B947F33F20EF}" dt="2026-03-17T17:19:44.441" v="1224" actId="20577"/>
        <pc:sldMkLst>
          <pc:docMk/>
          <pc:sldMk cId="426228269" sldId="264"/>
        </pc:sldMkLst>
        <pc:spChg chg="mod">
          <ac:chgData name="Kátay Csaba" userId="c1b44ac3-f680-42e2-ada3-deadc85b8a8c" providerId="ADAL" clId="{8F898A53-9026-4123-BB0C-B947F33F20EF}" dt="2026-03-14T11:54:09.857" v="407"/>
          <ac:spMkLst>
            <pc:docMk/>
            <pc:sldMk cId="426228269" sldId="264"/>
            <ac:spMk id="2" creationId="{BDE8EB47-AF3E-4369-824B-6276EF5F01AC}"/>
          </ac:spMkLst>
        </pc:spChg>
        <pc:spChg chg="mod">
          <ac:chgData name="Kátay Csaba" userId="c1b44ac3-f680-42e2-ada3-deadc85b8a8c" providerId="ADAL" clId="{8F898A53-9026-4123-BB0C-B947F33F20EF}" dt="2026-03-17T17:19:44.441" v="1224" actId="20577"/>
          <ac:spMkLst>
            <pc:docMk/>
            <pc:sldMk cId="426228269" sldId="264"/>
            <ac:spMk id="3" creationId="{4C73B273-2D56-4677-9774-92AF3314FADF}"/>
          </ac:spMkLst>
        </pc:spChg>
        <pc:picChg chg="add mod">
          <ac:chgData name="Kátay Csaba" userId="c1b44ac3-f680-42e2-ada3-deadc85b8a8c" providerId="ADAL" clId="{8F898A53-9026-4123-BB0C-B947F33F20EF}" dt="2026-03-17T17:17:25.222" v="1184" actId="14100"/>
          <ac:picMkLst>
            <pc:docMk/>
            <pc:sldMk cId="426228269" sldId="264"/>
            <ac:picMk id="4" creationId="{50600403-B43B-4AB7-99CD-4B39426DEDE9}"/>
          </ac:picMkLst>
        </pc:picChg>
      </pc:sldChg>
      <pc:sldChg chg="addSp modSp add ord">
        <pc:chgData name="Kátay Csaba" userId="c1b44ac3-f680-42e2-ada3-deadc85b8a8c" providerId="ADAL" clId="{8F898A53-9026-4123-BB0C-B947F33F20EF}" dt="2026-03-17T17:21:49.842" v="1262" actId="20577"/>
        <pc:sldMkLst>
          <pc:docMk/>
          <pc:sldMk cId="61955517" sldId="265"/>
        </pc:sldMkLst>
        <pc:spChg chg="mod">
          <ac:chgData name="Kátay Csaba" userId="c1b44ac3-f680-42e2-ada3-deadc85b8a8c" providerId="ADAL" clId="{8F898A53-9026-4123-BB0C-B947F33F20EF}" dt="2026-03-14T11:54:47.787" v="414"/>
          <ac:spMkLst>
            <pc:docMk/>
            <pc:sldMk cId="61955517" sldId="265"/>
            <ac:spMk id="2" creationId="{E32701C0-E3AB-426F-AD4F-01021885138E}"/>
          </ac:spMkLst>
        </pc:spChg>
        <pc:spChg chg="mod">
          <ac:chgData name="Kátay Csaba" userId="c1b44ac3-f680-42e2-ada3-deadc85b8a8c" providerId="ADAL" clId="{8F898A53-9026-4123-BB0C-B947F33F20EF}" dt="2026-03-17T17:21:49.842" v="1262" actId="20577"/>
          <ac:spMkLst>
            <pc:docMk/>
            <pc:sldMk cId="61955517" sldId="265"/>
            <ac:spMk id="3" creationId="{0B5954CF-325A-4AE1-BF5F-C16CC37F347B}"/>
          </ac:spMkLst>
        </pc:spChg>
        <pc:picChg chg="add mod">
          <ac:chgData name="Kátay Csaba" userId="c1b44ac3-f680-42e2-ada3-deadc85b8a8c" providerId="ADAL" clId="{8F898A53-9026-4123-BB0C-B947F33F20EF}" dt="2026-03-17T17:20:17.904" v="1227" actId="14100"/>
          <ac:picMkLst>
            <pc:docMk/>
            <pc:sldMk cId="61955517" sldId="265"/>
            <ac:picMk id="4" creationId="{2D093838-1258-4A27-9472-E2D4E0D5C654}"/>
          </ac:picMkLst>
        </pc:picChg>
        <pc:picChg chg="add mod">
          <ac:chgData name="Kátay Csaba" userId="c1b44ac3-f680-42e2-ada3-deadc85b8a8c" providerId="ADAL" clId="{8F898A53-9026-4123-BB0C-B947F33F20EF}" dt="2026-03-17T17:20:33.667" v="1229" actId="1076"/>
          <ac:picMkLst>
            <pc:docMk/>
            <pc:sldMk cId="61955517" sldId="265"/>
            <ac:picMk id="5" creationId="{1201719A-1C25-4EF3-BCD1-ED6BBB519FAF}"/>
          </ac:picMkLst>
        </pc:picChg>
      </pc:sldChg>
      <pc:sldChg chg="addSp modSp add ord">
        <pc:chgData name="Kátay Csaba" userId="c1b44ac3-f680-42e2-ada3-deadc85b8a8c" providerId="ADAL" clId="{8F898A53-9026-4123-BB0C-B947F33F20EF}" dt="2026-03-17T17:23:39.482" v="1309" actId="1076"/>
        <pc:sldMkLst>
          <pc:docMk/>
          <pc:sldMk cId="1647169781" sldId="266"/>
        </pc:sldMkLst>
        <pc:spChg chg="mod">
          <ac:chgData name="Kátay Csaba" userId="c1b44ac3-f680-42e2-ada3-deadc85b8a8c" providerId="ADAL" clId="{8F898A53-9026-4123-BB0C-B947F33F20EF}" dt="2026-03-14T11:55:10.329" v="421"/>
          <ac:spMkLst>
            <pc:docMk/>
            <pc:sldMk cId="1647169781" sldId="266"/>
            <ac:spMk id="2" creationId="{8DD34EB0-200E-4A69-B2C7-E3A9A9322178}"/>
          </ac:spMkLst>
        </pc:spChg>
        <pc:spChg chg="mod">
          <ac:chgData name="Kátay Csaba" userId="c1b44ac3-f680-42e2-ada3-deadc85b8a8c" providerId="ADAL" clId="{8F898A53-9026-4123-BB0C-B947F33F20EF}" dt="2026-03-17T17:23:10.489" v="1302" actId="20577"/>
          <ac:spMkLst>
            <pc:docMk/>
            <pc:sldMk cId="1647169781" sldId="266"/>
            <ac:spMk id="3" creationId="{AAF0D6C3-DEFA-4F73-A5AC-B6C0D0C0A357}"/>
          </ac:spMkLst>
        </pc:spChg>
        <pc:picChg chg="add mod">
          <ac:chgData name="Kátay Csaba" userId="c1b44ac3-f680-42e2-ada3-deadc85b8a8c" providerId="ADAL" clId="{8F898A53-9026-4123-BB0C-B947F33F20EF}" dt="2026-03-17T17:23:25.340" v="1305" actId="14100"/>
          <ac:picMkLst>
            <pc:docMk/>
            <pc:sldMk cId="1647169781" sldId="266"/>
            <ac:picMk id="4" creationId="{54794AC5-5441-46DE-90A6-5DE4118B3609}"/>
          </ac:picMkLst>
        </pc:picChg>
        <pc:picChg chg="add mod">
          <ac:chgData name="Kátay Csaba" userId="c1b44ac3-f680-42e2-ada3-deadc85b8a8c" providerId="ADAL" clId="{8F898A53-9026-4123-BB0C-B947F33F20EF}" dt="2026-03-17T17:23:39.482" v="1309" actId="1076"/>
          <ac:picMkLst>
            <pc:docMk/>
            <pc:sldMk cId="1647169781" sldId="266"/>
            <ac:picMk id="5" creationId="{EC6718E7-D023-43DC-9CE8-CE4531115272}"/>
          </ac:picMkLst>
        </pc:picChg>
      </pc:sldChg>
      <pc:sldChg chg="addSp modSp add ord">
        <pc:chgData name="Kátay Csaba" userId="c1b44ac3-f680-42e2-ada3-deadc85b8a8c" providerId="ADAL" clId="{8F898A53-9026-4123-BB0C-B947F33F20EF}" dt="2026-03-17T17:32:03.257" v="1356" actId="20577"/>
        <pc:sldMkLst>
          <pc:docMk/>
          <pc:sldMk cId="234753461" sldId="267"/>
        </pc:sldMkLst>
        <pc:spChg chg="mod">
          <ac:chgData name="Kátay Csaba" userId="c1b44ac3-f680-42e2-ada3-deadc85b8a8c" providerId="ADAL" clId="{8F898A53-9026-4123-BB0C-B947F33F20EF}" dt="2026-03-14T11:55:27.805" v="428"/>
          <ac:spMkLst>
            <pc:docMk/>
            <pc:sldMk cId="234753461" sldId="267"/>
            <ac:spMk id="2" creationId="{1875EA54-62A0-45FB-83AB-95A9C00AE6D7}"/>
          </ac:spMkLst>
        </pc:spChg>
        <pc:spChg chg="mod">
          <ac:chgData name="Kátay Csaba" userId="c1b44ac3-f680-42e2-ada3-deadc85b8a8c" providerId="ADAL" clId="{8F898A53-9026-4123-BB0C-B947F33F20EF}" dt="2026-03-17T17:32:03.257" v="1356" actId="20577"/>
          <ac:spMkLst>
            <pc:docMk/>
            <pc:sldMk cId="234753461" sldId="267"/>
            <ac:spMk id="3" creationId="{633FF20C-6D10-4A6F-A0B7-0DE242185C4B}"/>
          </ac:spMkLst>
        </pc:spChg>
        <pc:picChg chg="add mod">
          <ac:chgData name="Kátay Csaba" userId="c1b44ac3-f680-42e2-ada3-deadc85b8a8c" providerId="ADAL" clId="{8F898A53-9026-4123-BB0C-B947F33F20EF}" dt="2026-03-17T17:26:30.105" v="1313" actId="1076"/>
          <ac:picMkLst>
            <pc:docMk/>
            <pc:sldMk cId="234753461" sldId="267"/>
            <ac:picMk id="4" creationId="{2F4CB4A2-0ADF-490B-9E92-585A22B1CEA0}"/>
          </ac:picMkLst>
        </pc:picChg>
      </pc:sldChg>
      <pc:sldChg chg="addSp modSp add ord">
        <pc:chgData name="Kátay Csaba" userId="c1b44ac3-f680-42e2-ada3-deadc85b8a8c" providerId="ADAL" clId="{8F898A53-9026-4123-BB0C-B947F33F20EF}" dt="2026-03-17T17:34:44.695" v="1397" actId="6549"/>
        <pc:sldMkLst>
          <pc:docMk/>
          <pc:sldMk cId="4242877140" sldId="268"/>
        </pc:sldMkLst>
        <pc:spChg chg="mod">
          <ac:chgData name="Kátay Csaba" userId="c1b44ac3-f680-42e2-ada3-deadc85b8a8c" providerId="ADAL" clId="{8F898A53-9026-4123-BB0C-B947F33F20EF}" dt="2026-03-14T11:56:10.141" v="448"/>
          <ac:spMkLst>
            <pc:docMk/>
            <pc:sldMk cId="4242877140" sldId="268"/>
            <ac:spMk id="2" creationId="{D08E882C-A543-4394-A5F6-05BC46892250}"/>
          </ac:spMkLst>
        </pc:spChg>
        <pc:spChg chg="mod">
          <ac:chgData name="Kátay Csaba" userId="c1b44ac3-f680-42e2-ada3-deadc85b8a8c" providerId="ADAL" clId="{8F898A53-9026-4123-BB0C-B947F33F20EF}" dt="2026-03-17T17:34:44.695" v="1397" actId="6549"/>
          <ac:spMkLst>
            <pc:docMk/>
            <pc:sldMk cId="4242877140" sldId="268"/>
            <ac:spMk id="3" creationId="{61EA0B1F-DA8A-446A-853B-C1D83A1927E9}"/>
          </ac:spMkLst>
        </pc:spChg>
        <pc:picChg chg="add mod">
          <ac:chgData name="Kátay Csaba" userId="c1b44ac3-f680-42e2-ada3-deadc85b8a8c" providerId="ADAL" clId="{8F898A53-9026-4123-BB0C-B947F33F20EF}" dt="2026-03-17T17:32:32.240" v="1359" actId="14100"/>
          <ac:picMkLst>
            <pc:docMk/>
            <pc:sldMk cId="4242877140" sldId="268"/>
            <ac:picMk id="4" creationId="{1E8EF725-2B47-41B4-9DF7-D252050C4AAB}"/>
          </ac:picMkLst>
        </pc:picChg>
        <pc:picChg chg="add mod">
          <ac:chgData name="Kátay Csaba" userId="c1b44ac3-f680-42e2-ada3-deadc85b8a8c" providerId="ADAL" clId="{8F898A53-9026-4123-BB0C-B947F33F20EF}" dt="2026-03-17T17:33:19.179" v="1379" actId="1076"/>
          <ac:picMkLst>
            <pc:docMk/>
            <pc:sldMk cId="4242877140" sldId="268"/>
            <ac:picMk id="5" creationId="{1713EFAF-B850-49B2-8429-169199F3A4A3}"/>
          </ac:picMkLst>
        </pc:picChg>
      </pc:sldChg>
      <pc:sldChg chg="addSp modSp add">
        <pc:chgData name="Kátay Csaba" userId="c1b44ac3-f680-42e2-ada3-deadc85b8a8c" providerId="ADAL" clId="{8F898A53-9026-4123-BB0C-B947F33F20EF}" dt="2026-03-17T17:02:01.337" v="1013" actId="1076"/>
        <pc:sldMkLst>
          <pc:docMk/>
          <pc:sldMk cId="2487482001" sldId="269"/>
        </pc:sldMkLst>
        <pc:picChg chg="add mod">
          <ac:chgData name="Kátay Csaba" userId="c1b44ac3-f680-42e2-ada3-deadc85b8a8c" providerId="ADAL" clId="{8F898A53-9026-4123-BB0C-B947F33F20EF}" dt="2026-03-17T17:01:45.364" v="1009" actId="14100"/>
          <ac:picMkLst>
            <pc:docMk/>
            <pc:sldMk cId="2487482001" sldId="269"/>
            <ac:picMk id="4" creationId="{E52FFB0C-BFD4-4003-8097-260D10157230}"/>
          </ac:picMkLst>
        </pc:picChg>
        <pc:picChg chg="add mod">
          <ac:chgData name="Kátay Csaba" userId="c1b44ac3-f680-42e2-ada3-deadc85b8a8c" providerId="ADAL" clId="{8F898A53-9026-4123-BB0C-B947F33F20EF}" dt="2026-03-17T17:02:01.337" v="1013" actId="1076"/>
          <ac:picMkLst>
            <pc:docMk/>
            <pc:sldMk cId="2487482001" sldId="269"/>
            <ac:picMk id="5" creationId="{211EE7E1-3863-479E-A9DE-B02455AB85F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1F8DA46-DCA7-4840-84E1-B0E72DA9D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9DE6795-7605-49B8-BFB4-884DBC6DB6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F4F09FD-F920-4E00-AFAF-3C85EF8A5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FE5FB-664B-4BA4-8EB4-032C352472A1}" type="datetimeFigureOut">
              <a:rPr lang="hu-HU" smtClean="0"/>
              <a:t>2026. 03. 17.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61BC38A-97F4-4FA3-BF04-1AD0767EB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B1AB110-D9A4-4FCB-A853-5C71B7525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BF3C9-AC50-4966-8E5E-86A052A0E99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10077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4C6DEED-00AE-4011-981E-B8F19AA8F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488E710-F006-441F-B459-0EA8842AB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A1411B2-6B78-4B60-850E-2638801E3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FE5FB-664B-4BA4-8EB4-032C352472A1}" type="datetimeFigureOut">
              <a:rPr lang="hu-HU" smtClean="0"/>
              <a:t>2026. 03. 17.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537ABD5-31C7-4CAE-AF03-08E477B3B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A666149-88C6-43D0-98F1-A13CE7A7D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BF3C9-AC50-4966-8E5E-86A052A0E99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03494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EDC9EA-0702-491F-B066-FA60B0012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D123FF6-4F14-4093-BB3C-DEEF0E18F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0B45ECE-EE45-43D7-A04B-6756C08D6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FE5FB-664B-4BA4-8EB4-032C352472A1}" type="datetimeFigureOut">
              <a:rPr lang="hu-HU" smtClean="0"/>
              <a:t>2026. 03. 17.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F60DBAC-E2A8-4C7D-9E2D-5B8EF4B32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0127349-0BC1-4EAF-80E7-08FC4F08E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BF3C9-AC50-4966-8E5E-86A052A0E99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93998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F403222-025C-491F-B8D6-51492F97B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EBD6AAE-A5C7-45BF-A75D-AA295846C9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3BF80F2C-27BA-40BB-915B-1A695726A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990659D-BD1D-42D9-9806-B396FC0C8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FE5FB-664B-4BA4-8EB4-032C352472A1}" type="datetimeFigureOut">
              <a:rPr lang="hu-HU" smtClean="0"/>
              <a:t>2026. 03. 17.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E4C3228F-90AD-45F3-974A-C4967C267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E346DFB-0B57-470C-BDA2-0257397DD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BF3C9-AC50-4966-8E5E-86A052A0E99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9490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C6DD157-270A-48EF-832F-790ABA960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4A4A898-A5AD-4155-B1EB-1ADF889C3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0EF269F-28C2-42AA-98A8-EB936282F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C096F4C6-E907-467B-86A8-FAE92F3455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4C2D3925-EA03-4044-A106-A774C35E9A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5434F487-5EE0-4DB7-BBF4-7BE8B7622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FE5FB-664B-4BA4-8EB4-032C352472A1}" type="datetimeFigureOut">
              <a:rPr lang="hu-HU" smtClean="0"/>
              <a:t>2026. 03. 17.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82F4C0FE-1CCD-4772-A036-4B64344CE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B1E93085-6DCA-491F-AD95-428E708B0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BF3C9-AC50-4966-8E5E-86A052A0E99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60044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4994D3F-6460-4FF8-9262-5B020C8F0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32604D47-7B38-424C-8518-DA986C628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FE5FB-664B-4BA4-8EB4-032C352472A1}" type="datetimeFigureOut">
              <a:rPr lang="hu-HU" smtClean="0"/>
              <a:t>2026. 03. 17.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58601354-9986-4E13-9A8F-A3007DA5A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20C1BC40-1125-4E6A-AECB-0669B7F9E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BF3C9-AC50-4966-8E5E-86A052A0E99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0906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7256549B-760E-4987-A38E-5A1B13B79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FE5FB-664B-4BA4-8EB4-032C352472A1}" type="datetimeFigureOut">
              <a:rPr lang="hu-HU" smtClean="0"/>
              <a:t>2026. 03. 17.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F803DD51-6B3D-4518-8147-7F1ED00DE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53A021B-9C1A-4829-8FA0-AF08E5449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BF3C9-AC50-4966-8E5E-86A052A0E99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88324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6AF60DD-F97E-4EBA-898D-D968D4D20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3588696-5128-4ECF-9152-61D0DC098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8657C172-0B30-4468-A65F-192AC297D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25A7DED-CC8B-4734-9BCF-C18E95EB4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FE5FB-664B-4BA4-8EB4-032C352472A1}" type="datetimeFigureOut">
              <a:rPr lang="hu-HU" smtClean="0"/>
              <a:t>2026. 03. 17.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8F38242-62B1-4E65-B15A-A004B1C52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BF88456-35D8-4AC2-9B31-05169827B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BF3C9-AC50-4966-8E5E-86A052A0E99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83057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43E43ED-D803-4224-9868-CCEC54FAC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E4ACAEE2-0F01-4A68-B3D9-8F18837D6D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5AE8DFB-5133-44B9-BFCF-3177412769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C187FDD-E2DC-4A8A-8DAA-F7299CBD4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FE5FB-664B-4BA4-8EB4-032C352472A1}" type="datetimeFigureOut">
              <a:rPr lang="hu-HU" smtClean="0"/>
              <a:t>2026. 03. 17.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1C3E7C0-7B48-4D37-99E5-DFA022AD2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C0E6824-9EC2-4035-8D3B-5D490E1EC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BF3C9-AC50-4966-8E5E-86A052A0E99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42440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0E17432-B55F-4110-9E1C-3D07CE82C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518E412C-2EAB-4A17-93DE-A1C80285A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BC6B798-E340-4409-95A7-57F3B53A6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FE5FB-664B-4BA4-8EB4-032C352472A1}" type="datetimeFigureOut">
              <a:rPr lang="hu-HU" smtClean="0"/>
              <a:t>2026. 03. 17.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5BDB23F-2722-4DA6-8A80-DD7085342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ECCB6E7-8974-4596-AFA2-DFF56EC09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BF3C9-AC50-4966-8E5E-86A052A0E99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1645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5B11AA53-F86F-4129-8AE5-29C0928B05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8008E09F-E80B-4081-8599-700A53F7C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8AC4737-94D2-467C-935F-0CDB3FBD6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FE5FB-664B-4BA4-8EB4-032C352472A1}" type="datetimeFigureOut">
              <a:rPr lang="hu-HU" smtClean="0"/>
              <a:t>2026. 03. 17.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8669C67-A490-45BD-8F62-E1A1E6342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85B187C-8119-4081-A454-BF79940DF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BF3C9-AC50-4966-8E5E-86A052A0E99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46155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EE491A52-66A6-4A7F-A761-59AA06FBC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30006F1-AF37-49C4-B887-EFFAC4560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EA5E95E-6F50-4D10-83C0-D871396F44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0FE5FB-664B-4BA4-8EB4-032C352472A1}" type="datetimeFigureOut">
              <a:rPr lang="hu-HU" smtClean="0"/>
              <a:t>2026. 03. 17.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BD03001-83B8-4B81-8683-5257DED8B8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EEF8F0F-70C6-4676-89F8-500B2BB96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BF3C9-AC50-4966-8E5E-86A052A0E99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5058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gauthmath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photo-math.online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mathway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symbolab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socratic.com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mathgptpro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mathpapa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mathful.com/mathgpt?utm_source=chatgpt.com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smodin.io/hu/omni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learnfast.ai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EA8477A-9925-4CA4-8AFF-9B04958AC1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A matematika tanácsadói MI vagyunk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6A2F902-6C4B-452D-A1DC-C769C66645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07549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24A9756-B85F-4861-9090-6F3E2C7D0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84B6A5D-CF13-4FCE-9C0B-A15834A48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E52FFB0C-BFD4-4003-8097-260D10157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81037"/>
            <a:ext cx="9762114" cy="1785938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211EE7E1-3863-479E-A9DE-B02455AB8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7507" y="3176883"/>
            <a:ext cx="9118718" cy="242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482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38C3098-33F0-4D09-A32D-11E44D9CB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AI fontossága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A6B39F8-F5B7-46EF-8ED4-5E01154B5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dirty="0"/>
              <a:t>Az elmúlt években számos olyan mesterséges intelligencián alapuló alkalmazás jelent meg, amelyek képesek matematikai feladatokat felismerni (kamera vagy szöveg alapján)</a:t>
            </a:r>
          </a:p>
          <a:p>
            <a:r>
              <a:rPr lang="hu-HU" dirty="0"/>
              <a:t>megold, lépésről lépésre magyaráz </a:t>
            </a:r>
          </a:p>
          <a:p>
            <a:r>
              <a:rPr lang="hu-HU" dirty="0"/>
              <a:t>Az alkalmazásokba bekell táplálni a feladatokat, majd részletes megoldási lépéseket adnak, ami segíthet a tanulóknak a matematikai gondolkodás megértésében. </a:t>
            </a:r>
          </a:p>
          <a:p>
            <a:r>
              <a:rPr lang="hu-HU" dirty="0"/>
              <a:t>Ugyanakkor a pedagógusok számára fontos kérdés: segítik vagy gyengítik a tanulást?</a:t>
            </a:r>
          </a:p>
          <a:p>
            <a:r>
              <a:rPr lang="hu-HU" dirty="0"/>
              <a:t>melyik alkalmazás mire jó?</a:t>
            </a:r>
          </a:p>
        </p:txBody>
      </p:sp>
    </p:spTree>
    <p:extLst>
      <p:ext uri="{BB962C8B-B14F-4D97-AF65-F5344CB8AC3E}">
        <p14:creationId xmlns:p14="http://schemas.microsoft.com/office/powerpoint/2010/main" val="2724950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CEF598B-795A-4609-A77F-931C90364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Mesterséges intelligencia a matematikában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61D7CE2-8782-4870-A3AF-D040B87EC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dirty="0" err="1"/>
              <a:t>Gauth</a:t>
            </a:r>
            <a:r>
              <a:rPr lang="hu-HU" dirty="0"/>
              <a:t> </a:t>
            </a:r>
            <a:r>
              <a:rPr lang="hu-HU" dirty="0" err="1"/>
              <a:t>Math</a:t>
            </a:r>
            <a:endParaRPr lang="hu-HU" dirty="0"/>
          </a:p>
          <a:p>
            <a:r>
              <a:rPr lang="hu-HU" dirty="0"/>
              <a:t>Google </a:t>
            </a:r>
            <a:r>
              <a:rPr lang="hu-HU" dirty="0" err="1"/>
              <a:t>Socratic</a:t>
            </a:r>
            <a:endParaRPr lang="hu-HU" dirty="0"/>
          </a:p>
          <a:p>
            <a:r>
              <a:rPr lang="hu-HU" dirty="0" err="1"/>
              <a:t>Photomath</a:t>
            </a:r>
            <a:endParaRPr lang="hu-HU" dirty="0"/>
          </a:p>
          <a:p>
            <a:r>
              <a:rPr lang="hu-HU" dirty="0" err="1"/>
              <a:t>MathGPTPro</a:t>
            </a:r>
            <a:endParaRPr lang="hu-HU" dirty="0"/>
          </a:p>
          <a:p>
            <a:r>
              <a:rPr lang="hu-HU" dirty="0" err="1"/>
              <a:t>Mathway</a:t>
            </a:r>
            <a:endParaRPr lang="hu-HU" dirty="0"/>
          </a:p>
          <a:p>
            <a:r>
              <a:rPr lang="hu-HU" dirty="0" err="1"/>
              <a:t>Symbolab</a:t>
            </a:r>
            <a:endParaRPr lang="hu-HU" dirty="0"/>
          </a:p>
          <a:p>
            <a:r>
              <a:rPr lang="hu-HU"/>
              <a:t>MathPapa</a:t>
            </a:r>
            <a:endParaRPr lang="hu-HU" dirty="0"/>
          </a:p>
          <a:p>
            <a:r>
              <a:rPr lang="hu-HU" dirty="0" err="1"/>
              <a:t>Mathful</a:t>
            </a:r>
            <a:endParaRPr lang="hu-HU" dirty="0"/>
          </a:p>
          <a:p>
            <a:r>
              <a:rPr lang="hu-HU" dirty="0" err="1"/>
              <a:t>SmodinOmni</a:t>
            </a:r>
            <a:endParaRPr lang="hu-HU" dirty="0"/>
          </a:p>
          <a:p>
            <a:r>
              <a:rPr lang="hu-HU" dirty="0" err="1"/>
              <a:t>LearnFast</a:t>
            </a:r>
            <a:r>
              <a:rPr lang="hu-HU" dirty="0"/>
              <a:t> AI</a:t>
            </a:r>
          </a:p>
        </p:txBody>
      </p:sp>
    </p:spTree>
    <p:extLst>
      <p:ext uri="{BB962C8B-B14F-4D97-AF65-F5344CB8AC3E}">
        <p14:creationId xmlns:p14="http://schemas.microsoft.com/office/powerpoint/2010/main" val="4191278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AF1D5F0-9AB5-4194-B86A-9A1866FB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Gauth</a:t>
            </a:r>
            <a:r>
              <a:rPr lang="hu-HU" dirty="0"/>
              <a:t> </a:t>
            </a:r>
            <a:r>
              <a:rPr lang="hu-HU" dirty="0" err="1"/>
              <a:t>Math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96F470C-94CC-498D-9D1A-FDF639A5A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dirty="0"/>
              <a:t>Fő jellemzők: kép alapján ismeri fel a feladatot lépésről lépésre,  magyarázatot biztosít, és gyors megoldást generál. </a:t>
            </a:r>
          </a:p>
          <a:p>
            <a:r>
              <a:rPr lang="hu-HU" dirty="0"/>
              <a:t>A rendszer algebra, geometria, trigonometria, kalkulus és statisztika feladatokat is képes megoldani.</a:t>
            </a:r>
          </a:p>
          <a:p>
            <a:r>
              <a:rPr lang="hu-HU" dirty="0"/>
              <a:t>Mire jó a tanulásban? Különösen </a:t>
            </a:r>
            <a:r>
              <a:rPr lang="hu-HU" dirty="0" err="1"/>
              <a:t>hasznos:algebrai</a:t>
            </a:r>
            <a:r>
              <a:rPr lang="hu-HU" dirty="0"/>
              <a:t> egyenletek deriválás, integrálás, trigonometria. </a:t>
            </a:r>
          </a:p>
          <a:p>
            <a:r>
              <a:rPr lang="hu-HU" dirty="0"/>
              <a:t>A rendszer részletes lépéseket mutat, így segít megérteni a megoldási folyamatot. </a:t>
            </a:r>
          </a:p>
          <a:p>
            <a:r>
              <a:rPr lang="hu-HU" dirty="0"/>
              <a:t>Pedagógiai tanács: </a:t>
            </a:r>
          </a:p>
          <a:p>
            <a:pPr lvl="1"/>
            <a:r>
              <a:rPr lang="hu-HU" dirty="0"/>
              <a:t>Érdemes lépésenként értelmezni a feladatokat </a:t>
            </a:r>
          </a:p>
          <a:p>
            <a:pPr lvl="1"/>
            <a:r>
              <a:rPr lang="hu-HU" dirty="0"/>
              <a:t>Eredményeket nem elfogadni, hiba keresésre használni.</a:t>
            </a:r>
          </a:p>
          <a:p>
            <a:r>
              <a:rPr lang="hu-HU" dirty="0"/>
              <a:t>Forrás: </a:t>
            </a:r>
            <a:r>
              <a:rPr lang="hu-HU" dirty="0">
                <a:hlinkClick r:id="rId2"/>
              </a:rPr>
              <a:t>https://www.gauthmath.com/</a:t>
            </a:r>
            <a:endParaRPr lang="hu-HU" dirty="0"/>
          </a:p>
          <a:p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4E40852F-3CAA-4F9D-9260-B5599DFBA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267" y="202363"/>
            <a:ext cx="1101237" cy="1325563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41511FF2-FAD1-41D6-8C33-052A9BEF0E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283" y="528637"/>
            <a:ext cx="1927250" cy="613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410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DF7596C-66B4-47F6-986B-F1D529E9E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Photomath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3604F5E-20ED-4462-9D32-DFE802E86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hu-HU" dirty="0"/>
              <a:t>Az egyik legismertebb matematikai alkalmazás.</a:t>
            </a:r>
          </a:p>
          <a:p>
            <a:r>
              <a:rPr lang="hu-HU" dirty="0"/>
              <a:t>A telefon kamerájával:</a:t>
            </a:r>
          </a:p>
          <a:p>
            <a:r>
              <a:rPr lang="hu-HU" dirty="0"/>
              <a:t>1.lefényképezi a feladatot</a:t>
            </a:r>
          </a:p>
          <a:p>
            <a:r>
              <a:rPr lang="hu-HU" dirty="0"/>
              <a:t>2.felismeri a megoldandó feladatot</a:t>
            </a:r>
          </a:p>
          <a:p>
            <a:r>
              <a:rPr lang="hu-HU" dirty="0"/>
              <a:t>3. megoldja a feladatot </a:t>
            </a:r>
          </a:p>
          <a:p>
            <a:r>
              <a:rPr lang="hu-HU" dirty="0"/>
              <a:t>4. lépésről lépésre elmagyarázza a megoldást</a:t>
            </a:r>
          </a:p>
          <a:p>
            <a:r>
              <a:rPr lang="hu-HU" dirty="0"/>
              <a:t>Milyen témákba jó? </a:t>
            </a:r>
            <a:r>
              <a:rPr lang="hu-HU" dirty="0" err="1"/>
              <a:t>Algebra,trigonometria,geometria,statisztika,kalkulus</a:t>
            </a:r>
            <a:endParaRPr lang="hu-HU" dirty="0"/>
          </a:p>
          <a:p>
            <a:endParaRPr lang="hu-HU" dirty="0"/>
          </a:p>
          <a:p>
            <a:r>
              <a:rPr lang="hu-HU" dirty="0"/>
              <a:t>Forrás: </a:t>
            </a:r>
            <a:r>
              <a:rPr lang="hu-HU" dirty="0">
                <a:hlinkClick r:id="rId2"/>
              </a:rPr>
              <a:t>https://photo-math.online/</a:t>
            </a:r>
            <a:endParaRPr lang="hu-HU" dirty="0"/>
          </a:p>
          <a:p>
            <a:endParaRPr lang="hu-HU" dirty="0"/>
          </a:p>
          <a:p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558AE654-132D-4A99-9B50-9FAB98A16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9931" y="400425"/>
            <a:ext cx="1081198" cy="1254961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8036F458-2BB3-4D13-B746-4378EB1432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724" y="528637"/>
            <a:ext cx="3676706" cy="75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026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E6F4E52-7406-4617-9224-541495C93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Mathway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BC252C1-B739-46EB-85E0-5DE8CD63E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Egy matematikai problémamegoldó alkalmazás, amely:</a:t>
            </a:r>
          </a:p>
          <a:p>
            <a:pPr lvl="1"/>
            <a:r>
              <a:rPr lang="hu-HU" dirty="0"/>
              <a:t>különböző matematikai témákban ad megoldásokat</a:t>
            </a:r>
          </a:p>
          <a:p>
            <a:pPr lvl="1"/>
            <a:r>
              <a:rPr lang="hu-HU" dirty="0"/>
              <a:t>lépésről lépésre magyarázatot nyújt</a:t>
            </a:r>
          </a:p>
          <a:p>
            <a:r>
              <a:rPr lang="hu-HU" dirty="0"/>
              <a:t>Milyen témákba jó: algebra, trigonometria, kalkulus, statisztika</a:t>
            </a:r>
          </a:p>
          <a:p>
            <a:r>
              <a:rPr lang="hu-HU" dirty="0" err="1"/>
              <a:t>Használható:ellenőrzésre</a:t>
            </a:r>
            <a:r>
              <a:rPr lang="hu-HU" dirty="0"/>
              <a:t>, gyakorlásra, házi feladat ellenőrzésére</a:t>
            </a:r>
          </a:p>
          <a:p>
            <a:r>
              <a:rPr lang="hu-HU" dirty="0"/>
              <a:t>Forrás: </a:t>
            </a:r>
            <a:r>
              <a:rPr lang="hu-HU" dirty="0">
                <a:hlinkClick r:id="rId2"/>
              </a:rPr>
              <a:t>https://www.mathway.com</a:t>
            </a:r>
            <a:endParaRPr lang="hu-HU" dirty="0"/>
          </a:p>
          <a:p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AB6239C9-D76E-4FDD-B6E3-1F418349D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9006" y="183313"/>
            <a:ext cx="984622" cy="1169237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1EAAC51D-51F8-4970-8D18-2C29AA921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648" y="4562360"/>
            <a:ext cx="6883754" cy="2228965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99A453DD-3D2D-422E-BBD7-3028DDBA87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7555" y="512505"/>
            <a:ext cx="2594019" cy="698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120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71052CD-480C-45D7-AB05-0B84425D4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Symbolab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373971C-FD3E-4864-9964-350FCA495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Egy matematikai számítási rendszer, amely: lépésről lépésre magyarázza a megoldást </a:t>
            </a:r>
          </a:p>
          <a:p>
            <a:r>
              <a:rPr lang="hu-HU" dirty="0"/>
              <a:t>algebrai és kalkulus feladatokat is kezel</a:t>
            </a:r>
          </a:p>
          <a:p>
            <a:r>
              <a:rPr lang="hu-HU" dirty="0"/>
              <a:t>Miben különleges?</a:t>
            </a:r>
          </a:p>
          <a:p>
            <a:r>
              <a:rPr lang="hu-HU" dirty="0"/>
              <a:t>Erős: integrálás, deriválás, egyenletek, mátrixok</a:t>
            </a:r>
          </a:p>
          <a:p>
            <a:endParaRPr lang="hu-HU" dirty="0"/>
          </a:p>
          <a:p>
            <a:r>
              <a:rPr lang="hu-HU" dirty="0"/>
              <a:t>Forrás: </a:t>
            </a:r>
            <a:r>
              <a:rPr lang="hu-HU" dirty="0">
                <a:hlinkClick r:id="rId2"/>
              </a:rPr>
              <a:t>https://www.symbolab.com/</a:t>
            </a:r>
            <a:endParaRPr lang="hu-HU" dirty="0"/>
          </a:p>
          <a:p>
            <a:endParaRPr lang="hu-HU" dirty="0"/>
          </a:p>
          <a:p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31E458E7-11B4-4DD3-8B3A-98439C423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0858" y="261915"/>
            <a:ext cx="841392" cy="1078288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BD2DD0C1-4F8B-4756-BD2E-BF4144F63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7544" y="415191"/>
            <a:ext cx="2251106" cy="86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415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DE8EB47-AF3E-4369-824B-6276EF5F0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Socratic</a:t>
            </a:r>
            <a:r>
              <a:rPr lang="hu-HU" dirty="0"/>
              <a:t> </a:t>
            </a:r>
            <a:r>
              <a:rPr lang="hu-HU" dirty="0" err="1"/>
              <a:t>by</a:t>
            </a:r>
            <a:r>
              <a:rPr lang="hu-HU" dirty="0"/>
              <a:t> Google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C73B273-2D56-4677-9774-92AF3314F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38712"/>
          </a:xfrm>
        </p:spPr>
        <p:txBody>
          <a:bodyPr>
            <a:normAutofit/>
          </a:bodyPr>
          <a:lstStyle/>
          <a:p>
            <a:r>
              <a:rPr lang="hu-HU" dirty="0"/>
              <a:t>Egy mesterséges intelligencián alapuló tanulási alkalmazás, amely segít a diákoknak a házi feladatok megoldásában. </a:t>
            </a:r>
          </a:p>
          <a:p>
            <a:r>
              <a:rPr lang="hu-HU" dirty="0"/>
              <a:t>A </a:t>
            </a:r>
            <a:r>
              <a:rPr lang="hu-HU" dirty="0" err="1"/>
              <a:t>diák:lefényképezi</a:t>
            </a:r>
            <a:r>
              <a:rPr lang="hu-HU" dirty="0"/>
              <a:t> a feladatot, majd az alkalmazás felismeri a kérdést. Utána magyarázatokat, videókat és lépéseket ad. Az alkalmazás OCR technológiával felismeri a feladatot, majd különböző tanulási forrásokat ajánl.</a:t>
            </a:r>
          </a:p>
          <a:p>
            <a:r>
              <a:rPr lang="hu-HU" dirty="0"/>
              <a:t>Milyen matematikában jó? </a:t>
            </a:r>
          </a:p>
          <a:p>
            <a:pPr lvl="1"/>
            <a:r>
              <a:rPr lang="hu-HU" dirty="0"/>
              <a:t>Algebraegyenletek</a:t>
            </a:r>
          </a:p>
          <a:p>
            <a:pPr lvl="1"/>
            <a:r>
              <a:rPr lang="hu-HU" dirty="0"/>
              <a:t>szöveges feladatok</a:t>
            </a:r>
          </a:p>
          <a:p>
            <a:pPr lvl="1"/>
            <a:r>
              <a:rPr lang="hu-HU" dirty="0"/>
              <a:t>Alap kalkulus</a:t>
            </a:r>
          </a:p>
          <a:p>
            <a:r>
              <a:rPr lang="hu-HU" dirty="0"/>
              <a:t>Forrás: </a:t>
            </a:r>
            <a:r>
              <a:rPr lang="hu-HU" dirty="0">
                <a:hlinkClick r:id="rId2"/>
              </a:rPr>
              <a:t>https://www.socratic.com/</a:t>
            </a:r>
            <a:endParaRPr lang="hu-HU" dirty="0"/>
          </a:p>
          <a:p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50600403-B43B-4AB7-99CD-4B39426DE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2660" y="92055"/>
            <a:ext cx="1009665" cy="139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28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32701C0-E3AB-426F-AD4F-010218851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MathGPTPro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B5954CF-325A-4AE1-BF5F-C16CC37F3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AI alapú matematikai problémamegoldó rendszer, amely képes: matematikai kérdések értelmezésére, </a:t>
            </a:r>
            <a:r>
              <a:rPr lang="hu-HU" dirty="0" err="1"/>
              <a:t>lépésenkénti</a:t>
            </a:r>
            <a:r>
              <a:rPr lang="hu-HU" dirty="0"/>
              <a:t> megoldás generálására, különböző matematikai témák kezelésére.</a:t>
            </a:r>
          </a:p>
          <a:p>
            <a:r>
              <a:rPr lang="hu-HU" dirty="0"/>
              <a:t>Milyen témákban jó? Az ilyen GPT-alapú matematikai rendszerek általában kezelik: </a:t>
            </a:r>
            <a:r>
              <a:rPr lang="hu-HU" dirty="0" err="1"/>
              <a:t>aritmetika,algebra,geometria,trigonometria,kalkulus</a:t>
            </a:r>
            <a:endParaRPr lang="hu-HU" dirty="0"/>
          </a:p>
          <a:p>
            <a:endParaRPr lang="hu-HU" dirty="0"/>
          </a:p>
          <a:p>
            <a:r>
              <a:rPr lang="hu-HU" dirty="0"/>
              <a:t>Forrás: </a:t>
            </a:r>
            <a:r>
              <a:rPr lang="hu-HU" dirty="0">
                <a:hlinkClick r:id="rId2"/>
              </a:rPr>
              <a:t>https://www.mathgptpro.com/</a:t>
            </a:r>
            <a:endParaRPr lang="hu-HU" dirty="0"/>
          </a:p>
          <a:p>
            <a:pPr marL="0" indent="0">
              <a:buNone/>
            </a:pPr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2D093838-1258-4A27-9472-E2D4E0D5C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2282" y="230187"/>
            <a:ext cx="1060467" cy="1184017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1201719A-1C25-4EF3-BCD1-ED6BBB519F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808" y="365125"/>
            <a:ext cx="4102311" cy="112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55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DD34EB0-200E-4A69-B2C7-E3A9A9322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MathPapa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AF0D6C3-DEFA-4F73-A5AC-B6C0D0C0A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Egy online algebrai számológép, amely lépésről lépésre old meg egyenleteket.</a:t>
            </a:r>
          </a:p>
          <a:p>
            <a:r>
              <a:rPr lang="hu-HU" dirty="0"/>
              <a:t>Mire jó? </a:t>
            </a:r>
            <a:r>
              <a:rPr lang="hu-HU" dirty="0" err="1"/>
              <a:t>Kifejezetten:lineáris</a:t>
            </a:r>
            <a:r>
              <a:rPr lang="hu-HU" dirty="0"/>
              <a:t> egyenletek, másodfokú </a:t>
            </a:r>
            <a:r>
              <a:rPr lang="hu-HU" dirty="0" err="1"/>
              <a:t>egyenletek,algebrai</a:t>
            </a:r>
            <a:r>
              <a:rPr lang="hu-HU" dirty="0"/>
              <a:t> átalakítások</a:t>
            </a:r>
          </a:p>
          <a:p>
            <a:r>
              <a:rPr lang="hu-HU" dirty="0"/>
              <a:t>Ezért algebra tanulására optimalizált.</a:t>
            </a:r>
          </a:p>
          <a:p>
            <a:r>
              <a:rPr lang="hu-HU" dirty="0"/>
              <a:t>Nagyon jó: egyenletrendezés tanításához, algebrai lépések megértéséhez.</a:t>
            </a:r>
          </a:p>
          <a:p>
            <a:r>
              <a:rPr lang="hu-HU" dirty="0"/>
              <a:t>Forrás: </a:t>
            </a:r>
            <a:r>
              <a:rPr lang="hu-HU" dirty="0">
                <a:hlinkClick r:id="rId2"/>
              </a:rPr>
              <a:t>https://www.mathpapa.com/</a:t>
            </a:r>
            <a:endParaRPr lang="hu-HU" dirty="0"/>
          </a:p>
          <a:p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54794AC5-5441-46DE-90A6-5DE4118B3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4109" y="246816"/>
            <a:ext cx="1066816" cy="1366858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EC6718E7-D023-43DC-9CE8-CE45311152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9722" y="503081"/>
            <a:ext cx="2943277" cy="814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169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875EA54-62A0-45FB-83AB-95A9C00A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Mathful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33FF20C-6D10-4A6F-A0B7-0DE242185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dirty="0"/>
              <a:t>AI alapú matematikai megoldó rendszer. </a:t>
            </a:r>
          </a:p>
          <a:p>
            <a:r>
              <a:rPr lang="hu-HU" dirty="0"/>
              <a:t>A felhasználó: beírja a feladatot vagy feltölt egy képet</a:t>
            </a:r>
          </a:p>
          <a:p>
            <a:r>
              <a:rPr lang="hu-HU" dirty="0"/>
              <a:t>A rendszer lépésről lépésre magyarázatot ad.</a:t>
            </a:r>
          </a:p>
          <a:p>
            <a:r>
              <a:rPr lang="hu-HU" dirty="0"/>
              <a:t>Milyen témákban jó? Aritmetika, algebra, trigonometria, geometria, kalkulus</a:t>
            </a:r>
          </a:p>
          <a:p>
            <a:r>
              <a:rPr lang="hu-HU" dirty="0"/>
              <a:t>A rendszer a feladatot automatikusan elemzi és magyarázza.</a:t>
            </a:r>
          </a:p>
          <a:p>
            <a:r>
              <a:rPr lang="hu-HU" dirty="0"/>
              <a:t>Hasznos önálló tanulásnál, házi feladat ellenőrzésnél</a:t>
            </a:r>
          </a:p>
          <a:p>
            <a:endParaRPr lang="hu-HU" dirty="0"/>
          </a:p>
          <a:p>
            <a:r>
              <a:rPr lang="hu-HU" dirty="0"/>
              <a:t>Forrás: </a:t>
            </a:r>
            <a:r>
              <a:rPr lang="hu-HU" dirty="0">
                <a:hlinkClick r:id="rId2"/>
              </a:rPr>
              <a:t>https://mathful.com/mathgpt?utm_source=chatgpt.com</a:t>
            </a:r>
            <a:endParaRPr lang="hu-HU" dirty="0"/>
          </a:p>
          <a:p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2F4CB4A2-0ADF-490B-9E92-585A22B1C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263" y="427037"/>
            <a:ext cx="2533687" cy="720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53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08E882C-A543-4394-A5F6-05BC46892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Smodin</a:t>
            </a:r>
            <a:r>
              <a:rPr lang="hu-HU" dirty="0"/>
              <a:t> </a:t>
            </a:r>
            <a:r>
              <a:rPr lang="hu-HU" dirty="0" err="1"/>
              <a:t>Omni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1EA0B1F-DA8A-446A-853B-C1D83A192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Az AI-alapú tanulási eszközök közé tartozó rendszer, amely: matematikai kérdésekre válaszol</a:t>
            </a:r>
          </a:p>
          <a:p>
            <a:r>
              <a:rPr lang="hu-HU" dirty="0"/>
              <a:t>AI segítségével generál magyarázatot több tantárgyban használható.</a:t>
            </a:r>
          </a:p>
          <a:p>
            <a:r>
              <a:rPr lang="hu-HU" dirty="0"/>
              <a:t>Milyen témákban jó? Algebra, trigonometria, kalkulus, statisztika</a:t>
            </a:r>
          </a:p>
          <a:p>
            <a:r>
              <a:rPr lang="hu-HU" dirty="0"/>
              <a:t>többféle magyarázat, tanulási segédletként használható.</a:t>
            </a:r>
          </a:p>
          <a:p>
            <a:endParaRPr lang="hu-HU" dirty="0"/>
          </a:p>
          <a:p>
            <a:r>
              <a:rPr lang="hu-HU" dirty="0"/>
              <a:t>Forrás: </a:t>
            </a:r>
            <a:r>
              <a:rPr lang="hu-HU" dirty="0">
                <a:hlinkClick r:id="rId2"/>
              </a:rPr>
              <a:t>https://smodin.io/hu/omni</a:t>
            </a:r>
            <a:endParaRPr lang="hu-HU" dirty="0"/>
          </a:p>
          <a:p>
            <a:pPr marL="0" indent="0">
              <a:buNone/>
            </a:pPr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1E8EF725-2B47-41B4-9DF7-D252050C4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0454" y="230188"/>
            <a:ext cx="1286845" cy="1255712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1713EFAF-B850-49B2-8429-169199F3A4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449" y="380887"/>
            <a:ext cx="2505075" cy="954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877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817DFC1-B0D3-4ED2-82EB-34ED8B961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LearnFast</a:t>
            </a:r>
            <a:r>
              <a:rPr lang="hu-HU" dirty="0"/>
              <a:t> AI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5F4281F-452E-472C-91AE-6BF799ED4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/>
              <a:t>Egy AI-alapú tanulási asszisztens.</a:t>
            </a:r>
          </a:p>
          <a:p>
            <a:r>
              <a:rPr lang="hu-HU" dirty="0"/>
              <a:t>Nem csak matematikát kezel, hanem: </a:t>
            </a:r>
            <a:r>
              <a:rPr lang="hu-HU" dirty="0" err="1"/>
              <a:t>fizika,kémia,programozás</a:t>
            </a:r>
            <a:endParaRPr lang="hu-HU" dirty="0"/>
          </a:p>
          <a:p>
            <a:r>
              <a:rPr lang="hu-HU" dirty="0"/>
              <a:t>Tanulási funkció</a:t>
            </a:r>
          </a:p>
          <a:p>
            <a:r>
              <a:rPr lang="hu-HU" dirty="0"/>
              <a:t>A rendszer chat alapú segítséget ad, és lehetőséget ad további kérdések feltevésére.</a:t>
            </a:r>
          </a:p>
          <a:p>
            <a:r>
              <a:rPr lang="hu-HU" dirty="0"/>
              <a:t>Többféle AI elérhető</a:t>
            </a:r>
          </a:p>
          <a:p>
            <a:endParaRPr lang="hu-HU" dirty="0"/>
          </a:p>
          <a:p>
            <a:r>
              <a:rPr lang="hu-HU" dirty="0"/>
              <a:t>Forrás: </a:t>
            </a:r>
            <a:r>
              <a:rPr lang="hu-HU" dirty="0">
                <a:hlinkClick r:id="rId2"/>
              </a:rPr>
              <a:t>https://learnfast.ai/</a:t>
            </a:r>
            <a:endParaRPr lang="hu-HU" dirty="0"/>
          </a:p>
          <a:p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7EB39725-B352-4B63-8C21-1455BBFCD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230" y="507179"/>
            <a:ext cx="2951241" cy="892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340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F1115B33FE166B4DB958ACFAE0B6B50A" ma:contentTypeVersion="12" ma:contentTypeDescription="Új dokumentum létrehozása." ma:contentTypeScope="" ma:versionID="b03b1874295bd4a74a0ae7be36705398">
  <xsd:schema xmlns:xsd="http://www.w3.org/2001/XMLSchema" xmlns:xs="http://www.w3.org/2001/XMLSchema" xmlns:p="http://schemas.microsoft.com/office/2006/metadata/properties" xmlns:ns3="876d0c53-2f23-41bb-a2f1-c6914addf44e" targetNamespace="http://schemas.microsoft.com/office/2006/metadata/properties" ma:root="true" ma:fieldsID="1791641b8c433857d513da4e8968bb44" ns3:_="">
    <xsd:import namespace="876d0c53-2f23-41bb-a2f1-c6914addf44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d0c53-2f23-41bb-a2f1-c6914addf44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76d0c53-2f23-41bb-a2f1-c6914addf44e" xsi:nil="true"/>
  </documentManagement>
</p:properties>
</file>

<file path=customXml/itemProps1.xml><?xml version="1.0" encoding="utf-8"?>
<ds:datastoreItem xmlns:ds="http://schemas.openxmlformats.org/officeDocument/2006/customXml" ds:itemID="{74A2EDA5-2250-4DEE-8035-210660A86E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6d0c53-2f23-41bb-a2f1-c6914addf44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E5B004F-A3AE-4D67-9318-BBB41F6692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850E270-F792-4F92-81BF-94DE34A8A71B}">
  <ds:schemaRefs>
    <ds:schemaRef ds:uri="http://schemas.microsoft.com/office/infopath/2007/PartnerControls"/>
    <ds:schemaRef ds:uri="876d0c53-2f23-41bb-a2f1-c6914addf44e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elements/1.1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674</Words>
  <Application>Microsoft Office PowerPoint</Application>
  <PresentationFormat>Szélesvásznú</PresentationFormat>
  <Paragraphs>94</Paragraphs>
  <Slides>14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Office-téma</vt:lpstr>
      <vt:lpstr>A matematika tanácsadói MI vagyunk</vt:lpstr>
      <vt:lpstr>PowerPoint-bemutató</vt:lpstr>
      <vt:lpstr>AI fontossága</vt:lpstr>
      <vt:lpstr>Mesterséges intelligencia a matematikában</vt:lpstr>
      <vt:lpstr>Gauth Math</vt:lpstr>
      <vt:lpstr>Photomath</vt:lpstr>
      <vt:lpstr>Mathway</vt:lpstr>
      <vt:lpstr>Symbolab</vt:lpstr>
      <vt:lpstr>Socratic by Google</vt:lpstr>
      <vt:lpstr>MathGPTPro</vt:lpstr>
      <vt:lpstr>MathPapa</vt:lpstr>
      <vt:lpstr>Mathful</vt:lpstr>
      <vt:lpstr>Smodin Omni</vt:lpstr>
      <vt:lpstr>LearnFast AI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Kátay Csaba András</dc:creator>
  <cp:lastModifiedBy>Kátay Csaba András</cp:lastModifiedBy>
  <cp:revision>1</cp:revision>
  <dcterms:created xsi:type="dcterms:W3CDTF">2026-03-14T07:58:05Z</dcterms:created>
  <dcterms:modified xsi:type="dcterms:W3CDTF">2026-03-17T17:43:44Z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0x010100F1115B33FE166B4DB958ACFAE0B6B50A</vt:lpwstr>
  </property>
</Properties>
</file>